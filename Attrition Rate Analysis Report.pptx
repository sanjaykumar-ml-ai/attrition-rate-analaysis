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04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45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6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63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83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3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5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99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28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7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54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71871-150F-41A8-BA89-5799666D4AE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B884C-E522-42DC-8D83-31CC3FAC7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90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Attrition Rate Analysis Report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Data Insights for Organization Growth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43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2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095375"/>
            <a:ext cx="752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0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34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8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619125"/>
            <a:ext cx="11325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9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9113" y="142875"/>
            <a:ext cx="1323022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4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619125"/>
            <a:ext cx="11325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9113" y="142875"/>
            <a:ext cx="1323022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05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9113" y="142875"/>
            <a:ext cx="1323022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5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619125"/>
            <a:ext cx="75247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732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94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3875" y="142875"/>
            <a:ext cx="1323975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70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Attrition Rate Analysis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Attrition Rate Analysis Report</dc:title>
  <dc:creator>Lenovo</dc:creator>
  <cp:lastModifiedBy>Lenovo</cp:lastModifiedBy>
  <cp:revision>1</cp:revision>
  <dcterms:created xsi:type="dcterms:W3CDTF">2026-05-19T21:14:37Z</dcterms:created>
  <dcterms:modified xsi:type="dcterms:W3CDTF">2026-05-19T21:14:49Z</dcterms:modified>
</cp:coreProperties>
</file>